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76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3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9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96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99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46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1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91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55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C46B9-E7EA-461D-BED8-8F7F488CE607}" type="datetimeFigureOut">
              <a:rPr lang="en-GB" smtClean="0"/>
              <a:t>05/05/2021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9C2AB-3735-493A-A590-87A389DAF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48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57162"/>
            <a:ext cx="10753725" cy="654367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152776" y="1029758"/>
            <a:ext cx="503768" cy="5037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  <a:endParaRPr lang="en-GB" b="1" dirty="0"/>
          </a:p>
        </p:txBody>
      </p:sp>
      <p:sp>
        <p:nvSpPr>
          <p:cNvPr id="7" name="Oval 6"/>
          <p:cNvSpPr/>
          <p:nvPr/>
        </p:nvSpPr>
        <p:spPr>
          <a:xfrm>
            <a:off x="3152776" y="2544233"/>
            <a:ext cx="503768" cy="5037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  <a:endParaRPr lang="en-GB" b="1" dirty="0"/>
          </a:p>
        </p:txBody>
      </p:sp>
      <p:sp>
        <p:nvSpPr>
          <p:cNvPr id="8" name="Oval 7"/>
          <p:cNvSpPr/>
          <p:nvPr/>
        </p:nvSpPr>
        <p:spPr>
          <a:xfrm>
            <a:off x="3152776" y="4622535"/>
            <a:ext cx="503768" cy="5037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4</a:t>
            </a:r>
            <a:endParaRPr lang="en-GB" b="1" dirty="0"/>
          </a:p>
        </p:txBody>
      </p:sp>
      <p:sp>
        <p:nvSpPr>
          <p:cNvPr id="9" name="Oval 8"/>
          <p:cNvSpPr/>
          <p:nvPr/>
        </p:nvSpPr>
        <p:spPr>
          <a:xfrm>
            <a:off x="10115551" y="5250129"/>
            <a:ext cx="503768" cy="5037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5</a:t>
            </a:r>
            <a:endParaRPr lang="en-GB" b="1" dirty="0"/>
          </a:p>
        </p:txBody>
      </p:sp>
      <p:sp>
        <p:nvSpPr>
          <p:cNvPr id="5" name="Oval 4"/>
          <p:cNvSpPr/>
          <p:nvPr/>
        </p:nvSpPr>
        <p:spPr>
          <a:xfrm>
            <a:off x="781578" y="4566575"/>
            <a:ext cx="503768" cy="5037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1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1674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Jeroen S</dc:creator>
  <cp:lastModifiedBy>Jeroen S</cp:lastModifiedBy>
  <cp:revision>2</cp:revision>
  <dcterms:created xsi:type="dcterms:W3CDTF">2021-05-05T09:25:21Z</dcterms:created>
  <dcterms:modified xsi:type="dcterms:W3CDTF">2021-05-05T13:54:52Z</dcterms:modified>
</cp:coreProperties>
</file>
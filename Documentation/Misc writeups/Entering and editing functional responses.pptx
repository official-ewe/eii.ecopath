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47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896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23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805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2242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6111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155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635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71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529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6072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786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03F3A-3109-401A-BB5C-84FE3586A526}" type="datetimeFigureOut">
              <a:rPr lang="en-GB" smtClean="0"/>
              <a:t>29/11/2016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A9680-AEE4-4061-8814-EF01AB1378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414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Entering and editing</a:t>
            </a:r>
            <a:br>
              <a:rPr lang="en-GB" dirty="0" smtClean="0"/>
            </a:br>
            <a:r>
              <a:rPr lang="en-GB" dirty="0" smtClean="0"/>
              <a:t>functional response curves </a:t>
            </a:r>
            <a:br>
              <a:rPr lang="en-GB" dirty="0" smtClean="0"/>
            </a:br>
            <a:r>
              <a:rPr lang="en-GB" dirty="0" smtClean="0"/>
              <a:t>in EwE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 smtClean="0"/>
          </a:p>
        </p:txBody>
      </p:sp>
      <p:pic>
        <p:nvPicPr>
          <p:cNvPr id="6146" name="Picture 2" descr="D:\Data\EwE\EwE resources\Stock art\Logos\Ecopath_dev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077072"/>
            <a:ext cx="2438401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756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Import functional responses 1/2</a:t>
            </a: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40768"/>
            <a:ext cx="7355205" cy="5220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61741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Import functional responses 2/2</a:t>
            </a:r>
            <a:endParaRPr lang="en-GB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304691"/>
            <a:ext cx="7363778" cy="5220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835696" y="6488668"/>
            <a:ext cx="5703164" cy="369332"/>
          </a:xfrm>
          <a:prstGeom prst="rect">
            <a:avLst/>
          </a:prstGeom>
          <a:noFill/>
          <a:effectLst>
            <a:softEdge rad="127000"/>
          </a:effectLst>
        </p:spPr>
        <p:txBody>
          <a:bodyPr wrap="none" rtlCol="0">
            <a:spAutoFit/>
          </a:bodyPr>
          <a:lstStyle/>
          <a:p>
            <a:r>
              <a:rPr lang="en-GB" dirty="0" smtClean="0"/>
              <a:t>Click Import Shapes info button to see a file format preview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485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Manually add functional responses</a:t>
            </a: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11" y="1340767"/>
            <a:ext cx="7363778" cy="5220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1124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Copy/paste function values</a:t>
            </a:r>
            <a:endParaRPr lang="en-GB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111" y="1340768"/>
            <a:ext cx="7363778" cy="521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1296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Shaping as a primitive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825" y="1368127"/>
            <a:ext cx="7372350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0008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33</Words>
  <Application>Microsoft Office PowerPoint</Application>
  <PresentationFormat>On-screen Show (4:3)</PresentationFormat>
  <Paragraphs>7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Entering and editing functional response curves  in EwE</vt:lpstr>
      <vt:lpstr>Import functional responses 1/2</vt:lpstr>
      <vt:lpstr>Import functional responses 2/2</vt:lpstr>
      <vt:lpstr>Manually add functional responses</vt:lpstr>
      <vt:lpstr>Copy/paste function values</vt:lpstr>
      <vt:lpstr>Shaping as a primitive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Ecospace functional responses</dc:title>
  <dc:creator>Jeroen Steenbeek</dc:creator>
  <cp:lastModifiedBy>Jeroen Steenbeek</cp:lastModifiedBy>
  <cp:revision>3</cp:revision>
  <dcterms:created xsi:type="dcterms:W3CDTF">2016-11-29T16:29:02Z</dcterms:created>
  <dcterms:modified xsi:type="dcterms:W3CDTF">2016-11-29T17:03:15Z</dcterms:modified>
</cp:coreProperties>
</file>